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BB5D4-C6C9-A92C-1E4D-D62A4DD2E8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1E1227-EB78-6689-9D71-86CF318E1B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CCDDA9-21BB-538D-9595-445171E18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47FC5-903F-4CF8-9639-69A5B8B6676B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2D53C8-0C40-9E65-2240-42C3827B2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82431A-6A0E-B159-2B75-480518501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B8DDA-0456-41F2-A78B-73B6C6ABC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5499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31651-0A42-6585-8B14-40F0A0370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AD9E0-9519-B0C1-AD49-A1042C0BB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B328A-CD91-6D07-1F52-3A9C30033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47FC5-903F-4CF8-9639-69A5B8B6676B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E6EC6D-630D-36DB-1858-C304C6E51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7C0906-C7DA-CC38-F5D3-F7ED4F4FC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B8DDA-0456-41F2-A78B-73B6C6ABC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5916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692A3-9E34-9DC3-4F88-15CB4804D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E9628C-1442-6086-9492-0180DEB92B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AC3601-1ED7-0543-CF38-6A794DE40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47FC5-903F-4CF8-9639-69A5B8B6676B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9A30C9-3981-80AD-9896-A8F62E29F3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73973-3625-1ECD-5441-F53EF1156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B8DDA-0456-41F2-A78B-73B6C6ABC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665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26B7D-B477-9AE0-062D-494120FBF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8334D-754A-9228-E727-A785E3689F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0B3C73-0936-660B-A671-EA8DD99387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F5F155-C09A-DBF0-B860-0F56911D7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47FC5-903F-4CF8-9639-69A5B8B6676B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7F3CB-B682-2EB4-E6BC-5C1A979D8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39573-4BB5-5700-C488-7AEA2D752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B8DDA-0456-41F2-A78B-73B6C6ABC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6541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240B9-77D5-221C-B05D-D64FA284E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9BDFDF-ED94-D05B-3AEC-82289BDB5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BAE5AA-7FE2-CBB7-9765-787633708F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63FA7E-4EB7-DEA3-CA7A-61E182264C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AFE1D7-3CDE-F658-C54C-0FD01D189F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FA3902-E460-D664-156F-F8A847BB0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47FC5-903F-4CF8-9639-69A5B8B6676B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D2DD77-3F4C-D108-50F5-4EB26CE14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1BCD5B-276E-4927-62FC-A623E8AB3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B8DDA-0456-41F2-A78B-73B6C6ABC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371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BB8B9-BA5B-8B82-11B1-0CB52769E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B14A74-21D3-98EB-50B6-C83A58C0F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47FC5-903F-4CF8-9639-69A5B8B6676B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17496F-CCC0-ACB2-550A-6CFBFBB89B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C5A689-C77F-5086-ED30-999E06395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B8DDA-0456-41F2-A78B-73B6C6ABC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75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10A246-99EB-8B18-8733-0099D3779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47FC5-903F-4CF8-9639-69A5B8B6676B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FE7B61-5CEA-F665-BBE9-BB64229A3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579E5-40E4-6AAC-EB5A-08FBE8EB5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B8DDA-0456-41F2-A78B-73B6C6ABC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0031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FD4F9-9847-792A-F6E4-3C850B30C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574978-A6ED-B09A-1D26-72D124B23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4C92BA-BA81-683E-D3E4-137112463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3CFAB0-99F6-9BBB-2B3F-B0FBE2B1F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47FC5-903F-4CF8-9639-69A5B8B6676B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601129-E0D8-6CAD-42AA-4586D6E1B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DB242B-7BA6-DC18-9FA4-DBE82A5FB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B8DDA-0456-41F2-A78B-73B6C6ABC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900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42756-FDEE-1068-CC37-8CECA8E3F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46E67A-0C8A-3670-B315-3355C64327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18EC1D-E8C3-C936-1A92-BABAEA8623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01696D-0E82-7613-44A5-0B27BA033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47FC5-903F-4CF8-9639-69A5B8B6676B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D021F5-CC90-6C3E-7159-B16264A6D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DD2EB8-5097-3148-56D1-46DAEDC44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B8DDA-0456-41F2-A78B-73B6C6ABC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998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B2130-905C-45A1-46E8-2E3D5ECF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09ABFA-976B-4F5A-2789-AC66CF485F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E789A6-3446-1725-1AF5-B81A067D8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47FC5-903F-4CF8-9639-69A5B8B6676B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69A49-4B33-14A5-6FA0-76FC83749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1DE7E-AD58-660C-058C-C79D6757E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B8DDA-0456-41F2-A78B-73B6C6ABC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688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AFEA93-4FFC-B643-4F06-BB405BF0F9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340905-3FEE-053E-F794-7D6FB52F4E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D1866-3418-7946-3156-7AB492923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47FC5-903F-4CF8-9639-69A5B8B6676B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77BA5F-C74D-4C3A-9697-AE822303C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49A78-3FAE-7B7B-9D4D-BF58A2A30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B8DDA-0456-41F2-A78B-73B6C6ABC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790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E29763-8066-E445-BD1E-84C1FF742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B49FDB-DB3D-39F3-7C03-27E5A559B8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84F425-4B0A-5844-FEFE-03B2CEAF59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747FC5-903F-4CF8-9639-69A5B8B6676B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0EEE2-3106-27EB-E485-D26EDEA996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9C7AD9-20CD-806C-CC9E-D145C3B97A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DB8DDA-0456-41F2-A78B-73B6C6ABC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180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E178F-8461-190F-2C5F-E089E60851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C4ACBC-DB2E-1378-FBC2-4EE0EEDC9F3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183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16512-A34C-432A-24A1-6C3D136F9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C486B-09EA-9D2A-A382-5A93FE88CC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Summarize refined game target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60E40-D9D1-22D3-C019-FC4EE322B7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4738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2F416-2B55-48D8-D6AF-BCCCD2D28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396FE-E757-DDB8-5D6E-2971BDCB61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Vertical slice scope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46FC3F-0E0D-E276-9B5C-953E9F83E8B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1846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D7281-19BA-288A-64CF-4392DED59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4B99C-10A2-529C-A485-5394782573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2387600"/>
          </a:xfrm>
        </p:spPr>
        <p:txBody>
          <a:bodyPr/>
          <a:lstStyle/>
          <a:p>
            <a:r>
              <a:rPr lang="en-US" dirty="0"/>
              <a:t>Demonstrate docs are complete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C5F8A7-58E1-2755-2766-07BBC32A6A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814639"/>
            <a:ext cx="9144000" cy="1655762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1243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691DC-2B9B-E35A-04AE-FE5585CA8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D4834-6E63-E6A9-2BF5-BCE44385FD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74206"/>
            <a:ext cx="9144000" cy="907605"/>
          </a:xfrm>
        </p:spPr>
        <p:txBody>
          <a:bodyPr>
            <a:normAutofit fontScale="90000"/>
          </a:bodyPr>
          <a:lstStyle/>
          <a:p>
            <a:r>
              <a:rPr lang="en-US" dirty="0"/>
              <a:t>Schedule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5D8306-3E91-F888-BAB8-E64620382D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803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BECFB-8F3E-72FE-A469-EF6E46EB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CA0F8-BF09-65AE-CFA6-C4E384471F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5448"/>
            <a:ext cx="9144000" cy="960120"/>
          </a:xfrm>
        </p:spPr>
        <p:txBody>
          <a:bodyPr/>
          <a:lstStyle/>
          <a:p>
            <a:r>
              <a:rPr lang="en-US" dirty="0"/>
              <a:t>Ownership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BFD71B-98ED-40D3-A935-1D6DB8938B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46549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6D87-BA73-4ABB-65CD-43F9C21ED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18CA2-1BFB-6C65-343A-B70A763271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Schedule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084D41-B5F0-AE3E-8B40-7D032874F3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503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B9F34A24037AB4FA470085E68A4B53B" ma:contentTypeVersion="14" ma:contentTypeDescription="Create a new document." ma:contentTypeScope="" ma:versionID="d1c46f83f753af91e9f236372aa3fba8">
  <xsd:schema xmlns:xsd="http://www.w3.org/2001/XMLSchema" xmlns:xs="http://www.w3.org/2001/XMLSchema" xmlns:p="http://schemas.microsoft.com/office/2006/metadata/properties" xmlns:ns3="97dd5345-e793-494f-a61a-0ff5f2d8588d" xmlns:ns4="72e2bb9d-dac6-4618-b85f-5ec835598a0c" targetNamespace="http://schemas.microsoft.com/office/2006/metadata/properties" ma:root="true" ma:fieldsID="da0ca4c5c196f4d5263a181ab1aa034e" ns3:_="" ns4:_="">
    <xsd:import namespace="97dd5345-e793-494f-a61a-0ff5f2d8588d"/>
    <xsd:import namespace="72e2bb9d-dac6-4618-b85f-5ec835598a0c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DateTaken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earchPropertie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7dd5345-e793-494f-a61a-0ff5f2d8588d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2e2bb9d-dac6-4618-b85f-5ec835598a0c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7dd5345-e793-494f-a61a-0ff5f2d8588d" xsi:nil="true"/>
  </documentManagement>
</p:properties>
</file>

<file path=customXml/itemProps1.xml><?xml version="1.0" encoding="utf-8"?>
<ds:datastoreItem xmlns:ds="http://schemas.openxmlformats.org/officeDocument/2006/customXml" ds:itemID="{FEE4CA47-79D6-4822-8C26-756BB9B9B0B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7dd5345-e793-494f-a61a-0ff5f2d8588d"/>
    <ds:schemaRef ds:uri="72e2bb9d-dac6-4618-b85f-5ec835598a0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27B924B-2206-428C-8F4F-4534AD1F44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4BD7C07-57AF-401E-8F88-93613B698CD0}">
  <ds:schemaRefs>
    <ds:schemaRef ds:uri="http://purl.org/dc/elements/1.1/"/>
    <ds:schemaRef ds:uri="http://www.w3.org/XML/1998/namespace"/>
    <ds:schemaRef ds:uri="http://purl.org/dc/terms/"/>
    <ds:schemaRef ds:uri="72e2bb9d-dac6-4618-b85f-5ec835598a0c"/>
    <ds:schemaRef ds:uri="http://schemas.microsoft.com/office/2006/metadata/properties"/>
    <ds:schemaRef ds:uri="97dd5345-e793-494f-a61a-0ff5f2d8588d"/>
    <ds:schemaRef ds:uri="http://purl.org/dc/dcmitype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15</Words>
  <Application>Microsoft Office PowerPoint</Application>
  <PresentationFormat>Widescreen</PresentationFormat>
  <Paragraphs>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Summarize refined game target </vt:lpstr>
      <vt:lpstr>Vertical slice scope</vt:lpstr>
      <vt:lpstr>Demonstrate docs are complete</vt:lpstr>
      <vt:lpstr>Schedule</vt:lpstr>
      <vt:lpstr>Ownership</vt:lpstr>
      <vt:lpstr>Schedule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Brandon Hutchison</dc:creator>
  <cp:lastModifiedBy>Brandon Hutchison</cp:lastModifiedBy>
  <cp:revision>1</cp:revision>
  <dcterms:created xsi:type="dcterms:W3CDTF">2025-11-24T21:00:31Z</dcterms:created>
  <dcterms:modified xsi:type="dcterms:W3CDTF">2025-11-24T21:16:25Z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0x010100EB9F34A24037AB4FA470085E68A4B53B</vt:lpwstr>
  </property>
</Properties>
</file>