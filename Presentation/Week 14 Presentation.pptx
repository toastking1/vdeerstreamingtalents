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972D1C9-41F4-40BD-BDB6-A6DDB144804A}" v="1257" dt="2025-11-24T21:42:26.26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509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301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26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9880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1813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88855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16089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527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73669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938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40959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AA747FC5-903F-4CF8-9639-69A5B8B6676B}" type="datetimeFigureOut">
              <a:rPr lang="en-US" smtClean="0"/>
              <a:t>11/24/2025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F0DB8DDA-0456-41F2-A78B-73B6C6ABC27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107630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E178F-8461-190F-2C5F-E089E60851E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C4ACBC-DB2E-1378-FBC2-4EE0EEDC9F3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1834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116512-A34C-432A-24A1-6C3D136F97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C486B-09EA-9D2A-A382-5A93FE88CC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6251"/>
            <a:ext cx="9144000" cy="944181"/>
          </a:xfrm>
        </p:spPr>
        <p:txBody>
          <a:bodyPr>
            <a:normAutofit fontScale="90000"/>
          </a:bodyPr>
          <a:lstStyle/>
          <a:p>
            <a:r>
              <a:rPr lang="en-US" dirty="0"/>
              <a:t>Summarize refined game target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E60E40-D9D1-22D3-C019-FC4EE322B7C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54738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2F416-2B55-48D8-D6AF-BCCCD2D28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D396FE-E757-DDB8-5D6E-2971BDCB610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69863"/>
            <a:ext cx="9144000" cy="1001712"/>
          </a:xfrm>
        </p:spPr>
        <p:txBody>
          <a:bodyPr/>
          <a:lstStyle/>
          <a:p>
            <a:r>
              <a:rPr lang="en-US" dirty="0"/>
              <a:t>Vertical slice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46FC3F-0E0D-E276-9B5C-953E9F83E8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81846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7D7281-19BA-288A-64CF-4392DED59E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B4B99C-10A2-529C-A485-5394782573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42874"/>
            <a:ext cx="9144000" cy="1882775"/>
          </a:xfrm>
        </p:spPr>
        <p:txBody>
          <a:bodyPr/>
          <a:lstStyle/>
          <a:p>
            <a:r>
              <a:rPr lang="en-US" dirty="0"/>
              <a:t>Demonstrate docs are complete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C5F8A7-58E1-2755-2766-07BBC32A6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" y="2814639"/>
            <a:ext cx="7872984" cy="1655762"/>
          </a:xfrm>
        </p:spPr>
        <p:txBody>
          <a:bodyPr>
            <a:normAutofit/>
          </a:bodyPr>
          <a:lstStyle/>
          <a:p>
            <a:pPr marL="342900" indent="-342900">
              <a:buFontTx/>
              <a:buChar char="-"/>
            </a:pPr>
            <a:r>
              <a:rPr lang="en-US" dirty="0"/>
              <a:t>Everything document wise is stored in the repo.</a:t>
            </a:r>
          </a:p>
          <a:p>
            <a:pPr marL="342900" indent="-342900">
              <a:buFontTx/>
              <a:buChar char="-"/>
            </a:pPr>
            <a:r>
              <a:rPr lang="en-US" dirty="0"/>
              <a:t>Everything is updated as of recent.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BDA3EF0-BDE3-3A8B-FE68-C9707639A5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14997" y="2814639"/>
            <a:ext cx="2353003" cy="3362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12435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91DC-2B9B-E35A-04AE-FE5585CA82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D4834-6E63-E6A9-2BF5-BCE44385FD2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4206"/>
            <a:ext cx="9144000" cy="907605"/>
          </a:xfrm>
        </p:spPr>
        <p:txBody>
          <a:bodyPr>
            <a:normAutofit fontScale="90000"/>
          </a:bodyPr>
          <a:lstStyle/>
          <a:p>
            <a:r>
              <a:rPr lang="en-US" dirty="0"/>
              <a:t>Schedule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5D8306-3E91-F888-BAB8-E64620382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05840" y="1744853"/>
            <a:ext cx="4733544" cy="3019171"/>
          </a:xfrm>
        </p:spPr>
        <p:txBody>
          <a:bodyPr>
            <a:noAutofit/>
          </a:bodyPr>
          <a:lstStyle/>
          <a:p>
            <a:pPr algn="l"/>
            <a:r>
              <a:rPr lang="en-CA" sz="2000" dirty="0"/>
              <a:t>Company Quota System (1 week)</a:t>
            </a:r>
          </a:p>
          <a:p>
            <a:pPr algn="l"/>
            <a:r>
              <a:rPr lang="en-CA" sz="2000" dirty="0"/>
              <a:t>Streaming System (1-2 weeks)</a:t>
            </a:r>
            <a:endParaRPr lang="en-US" sz="2000" dirty="0"/>
          </a:p>
          <a:p>
            <a:pPr algn="l"/>
            <a:r>
              <a:rPr lang="en-CA" sz="2000" dirty="0"/>
              <a:t>Real Life / Apartment Area (1-2 weeks)</a:t>
            </a:r>
            <a:endParaRPr lang="en-US" sz="2000" dirty="0"/>
          </a:p>
          <a:p>
            <a:pPr algn="l"/>
            <a:r>
              <a:rPr lang="en-CA" sz="2000" dirty="0"/>
              <a:t>Stream Chat System (1-2 weeks)</a:t>
            </a:r>
          </a:p>
          <a:p>
            <a:pPr algn="l"/>
            <a:r>
              <a:rPr lang="en-CA" sz="2000" dirty="0"/>
              <a:t>Stream decisions/setup (1-2 weeks)</a:t>
            </a:r>
            <a:endParaRPr lang="en-US" sz="2000" dirty="0"/>
          </a:p>
          <a:p>
            <a:pPr algn="l"/>
            <a:r>
              <a:rPr lang="en-CA" sz="2000" dirty="0"/>
              <a:t>Rent / Expenses and revenue (1-2 weeks)</a:t>
            </a:r>
            <a:endParaRPr lang="en-US" sz="2000" dirty="0"/>
          </a:p>
          <a:p>
            <a:pPr algn="l"/>
            <a:r>
              <a:rPr lang="en-CA" sz="2000" dirty="0"/>
              <a:t>Collab System and Socialization (1-3 weeks)</a:t>
            </a:r>
          </a:p>
          <a:p>
            <a:pPr algn="l"/>
            <a:endParaRPr lang="en-CA" sz="2000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110276F4-92DF-D503-DB93-FB648EECED29}"/>
              </a:ext>
            </a:extLst>
          </p:cNvPr>
          <p:cNvSpPr txBox="1">
            <a:spLocks/>
          </p:cNvSpPr>
          <p:nvPr/>
        </p:nvSpPr>
        <p:spPr>
          <a:xfrm>
            <a:off x="6452616" y="1856232"/>
            <a:ext cx="4733544" cy="2203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2000" dirty="0"/>
              <a:t>3D </a:t>
            </a:r>
            <a:r>
              <a:rPr lang="en-CA" sz="2000" dirty="0" err="1"/>
              <a:t>Vtuber</a:t>
            </a:r>
            <a:r>
              <a:rPr lang="en-CA" sz="2000" dirty="0"/>
              <a:t> Models (1-4 weeks)</a:t>
            </a:r>
          </a:p>
          <a:p>
            <a:pPr algn="l"/>
            <a:r>
              <a:rPr lang="en-CA" sz="2000" dirty="0"/>
              <a:t>Streaming UI (1 week)</a:t>
            </a:r>
            <a:endParaRPr lang="en-US" sz="2000" dirty="0"/>
          </a:p>
          <a:p>
            <a:pPr algn="l"/>
            <a:r>
              <a:rPr lang="en-CA" sz="2000" dirty="0"/>
              <a:t>Apartment Area Models (1-4 weeks)</a:t>
            </a:r>
            <a:endParaRPr lang="en-US" sz="2000" dirty="0"/>
          </a:p>
          <a:p>
            <a:pPr algn="l"/>
            <a:r>
              <a:rPr lang="en-US" sz="2000" dirty="0"/>
              <a:t>2D </a:t>
            </a:r>
            <a:r>
              <a:rPr lang="en-US" sz="2000" dirty="0" err="1"/>
              <a:t>Vtuber</a:t>
            </a:r>
            <a:r>
              <a:rPr lang="en-US" sz="2000" dirty="0"/>
              <a:t> Art (1-4 weeks)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AC9F6C2F-F2FF-FDE9-59D1-0026200B6504}"/>
              </a:ext>
            </a:extLst>
          </p:cNvPr>
          <p:cNvSpPr txBox="1">
            <a:spLocks/>
          </p:cNvSpPr>
          <p:nvPr/>
        </p:nvSpPr>
        <p:spPr>
          <a:xfrm>
            <a:off x="1005840" y="1289304"/>
            <a:ext cx="4733544" cy="4206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Programming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0F0550A2-85CC-D96C-79F7-61D32D2D8FDD}"/>
              </a:ext>
            </a:extLst>
          </p:cNvPr>
          <p:cNvSpPr txBox="1">
            <a:spLocks/>
          </p:cNvSpPr>
          <p:nvPr/>
        </p:nvSpPr>
        <p:spPr>
          <a:xfrm>
            <a:off x="6452618" y="1281811"/>
            <a:ext cx="4733544" cy="4206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Artwork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D8312918-CFC7-B432-D041-0B412DED334C}"/>
              </a:ext>
            </a:extLst>
          </p:cNvPr>
          <p:cNvSpPr txBox="1">
            <a:spLocks/>
          </p:cNvSpPr>
          <p:nvPr/>
        </p:nvSpPr>
        <p:spPr>
          <a:xfrm>
            <a:off x="6452616" y="3868610"/>
            <a:ext cx="4733544" cy="420624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dirty="0"/>
              <a:t>Narrative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B524499D-9BBA-B82F-6A2E-A79011B85745}"/>
              </a:ext>
            </a:extLst>
          </p:cNvPr>
          <p:cNvSpPr txBox="1">
            <a:spLocks/>
          </p:cNvSpPr>
          <p:nvPr/>
        </p:nvSpPr>
        <p:spPr>
          <a:xfrm>
            <a:off x="6452616" y="4289234"/>
            <a:ext cx="4733544" cy="22037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CA" sz="2000" dirty="0"/>
              <a:t>Writing for Streaming/Partner/Collabs (During the whole development)</a:t>
            </a:r>
          </a:p>
          <a:p>
            <a:pPr algn="l"/>
            <a:r>
              <a:rPr lang="en-CA" sz="2000" dirty="0"/>
              <a:t>Narrative to Game (During the whole development)</a:t>
            </a:r>
          </a:p>
          <a:p>
            <a:pPr algn="l"/>
            <a:endParaRPr lang="en-CA" sz="2000" dirty="0"/>
          </a:p>
        </p:txBody>
      </p:sp>
    </p:spTree>
    <p:extLst>
      <p:ext uri="{BB962C8B-B14F-4D97-AF65-F5344CB8AC3E}">
        <p14:creationId xmlns:p14="http://schemas.microsoft.com/office/powerpoint/2010/main" val="887803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1EBECFB-8F3E-72FE-A469-EF6E46EBE1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5CA0F8-BF09-65AE-CFA6-C4E384471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Ownership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57AD6D1-FC23-D7F8-93E9-A9EF92766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1147825"/>
            <a:ext cx="6780700" cy="4560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46549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4216D87-BA73-4ABB-65CD-43F9C21ED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6718CA2-1BFB-6C65-343A-B70A763271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/>
            <a:r>
              <a:rPr lang="en-US" sz="4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Risks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9084D41-B5F0-AE3E-8B40-7D032874F3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Project Risks: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Over scope due to the number of features.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Must cut down or revise features 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Loss in game direction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Narrative is not clear where the story is going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r>
              <a:rPr lang="en-US" sz="1600" dirty="0"/>
              <a:t>Conflicting game directions for different features</a:t>
            </a:r>
          </a:p>
          <a:p>
            <a:pPr marL="342900" indent="-228600" algn="l">
              <a:buFont typeface="Arial" panose="020B0604020202020204" pitchFamily="34" charset="0"/>
              <a:buChar char="•"/>
            </a:pPr>
            <a:r>
              <a:rPr lang="en-US" sz="2000" dirty="0"/>
              <a:t>Balancing issues to the games management </a:t>
            </a:r>
            <a:r>
              <a:rPr lang="en-US" sz="2000"/>
              <a:t>mechanics.</a:t>
            </a:r>
          </a:p>
          <a:p>
            <a:pPr marL="800100" lvl="1" indent="-228600" algn="l">
              <a:buFont typeface="Arial" panose="020B0604020202020204" pitchFamily="34" charset="0"/>
              <a:buChar char="•"/>
            </a:pPr>
            <a:endParaRPr lang="en-US" sz="1600" dirty="0"/>
          </a:p>
          <a:p>
            <a:pPr indent="-228600" algn="l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15595038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1200CD-62A0-EB8F-9225-86A63C1AA7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AF329-7965-C0A1-1F60-E92E5C159B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00470"/>
            <a:ext cx="9144000" cy="937768"/>
          </a:xfrm>
        </p:spPr>
        <p:txBody>
          <a:bodyPr/>
          <a:lstStyle/>
          <a:p>
            <a:r>
              <a:rPr lang="en-US" dirty="0"/>
              <a:t>PoC Demo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0323DE9-387A-375A-0A36-D110AB2FBA3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3109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053C0C-06C4-0A1E-BB98-A75F3F5FF3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CED29-270F-396E-EB45-11213B7F209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10311"/>
            <a:ext cx="9144000" cy="1086803"/>
          </a:xfrm>
        </p:spPr>
        <p:txBody>
          <a:bodyPr/>
          <a:lstStyle/>
          <a:p>
            <a:r>
              <a:rPr lang="en-US" dirty="0"/>
              <a:t>Prototyping validation results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085A02-E6C7-1230-9E30-B69E1AC46F3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163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3A418E6B-C5F0-4B95-8D77-61E3EF3B5DF5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B9F34A24037AB4FA470085E68A4B53B" ma:contentTypeVersion="14" ma:contentTypeDescription="Create a new document." ma:contentTypeScope="" ma:versionID="d1c46f83f753af91e9f236372aa3fba8">
  <xsd:schema xmlns:xsd="http://www.w3.org/2001/XMLSchema" xmlns:xs="http://www.w3.org/2001/XMLSchema" xmlns:p="http://schemas.microsoft.com/office/2006/metadata/properties" xmlns:ns3="97dd5345-e793-494f-a61a-0ff5f2d8588d" xmlns:ns4="72e2bb9d-dac6-4618-b85f-5ec835598a0c" targetNamespace="http://schemas.microsoft.com/office/2006/metadata/properties" ma:root="true" ma:fieldsID="da0ca4c5c196f4d5263a181ab1aa034e" ns3:_="" ns4:_="">
    <xsd:import namespace="97dd5345-e793-494f-a61a-0ff5f2d8588d"/>
    <xsd:import namespace="72e2bb9d-dac6-4618-b85f-5ec835598a0c"/>
    <xsd:element name="properties">
      <xsd:complexType>
        <xsd:sequence>
          <xsd:element name="documentManagement">
            <xsd:complexType>
              <xsd:all>
                <xsd:element ref="ns3:_activity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Auto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ServiceDateTaken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earchProperties" minOccurs="0"/>
                <xsd:element ref="ns3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dd5345-e793-494f-a61a-0ff5f2d8588d" elementFormDefault="qualified">
    <xsd:import namespace="http://schemas.microsoft.com/office/2006/documentManagement/types"/>
    <xsd:import namespace="http://schemas.microsoft.com/office/infopath/2007/PartnerControls"/>
    <xsd:element name="_activity" ma:index="8" nillable="true" ma:displayName="_activity" ma:hidden="true" ma:internalName="_activity">
      <xsd:simpleType>
        <xsd:restriction base="dms:Note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6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21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2e2bb9d-dac6-4618-b85f-5ec835598a0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9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97dd5345-e793-494f-a61a-0ff5f2d8588d" xsi:nil="true"/>
  </documentManagement>
</p:properties>
</file>

<file path=customXml/itemProps1.xml><?xml version="1.0" encoding="utf-8"?>
<ds:datastoreItem xmlns:ds="http://schemas.openxmlformats.org/officeDocument/2006/customXml" ds:itemID="{927B924B-2206-428C-8F4F-4534AD1F44FF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FEE4CA47-79D6-4822-8C26-756BB9B9B0B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97dd5345-e793-494f-a61a-0ff5f2d8588d"/>
    <ds:schemaRef ds:uri="72e2bb9d-dac6-4618-b85f-5ec835598a0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C4BD7C07-57AF-401E-8F88-93613B698CD0}">
  <ds:schemaRefs>
    <ds:schemaRef ds:uri="http://schemas.microsoft.com/office/infopath/2007/PartnerControls"/>
    <ds:schemaRef ds:uri="http://purl.org/dc/elements/1.1/"/>
    <ds:schemaRef ds:uri="http://purl.org/dc/terms/"/>
    <ds:schemaRef ds:uri="97dd5345-e793-494f-a61a-0ff5f2d8588d"/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openxmlformats.org/package/2006/metadata/core-properties"/>
    <ds:schemaRef ds:uri="72e2bb9d-dac6-4618-b85f-5ec835598a0c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40</TotalTime>
  <Words>186</Words>
  <Application>Microsoft Office PowerPoint</Application>
  <PresentationFormat>Widescreen</PresentationFormat>
  <Paragraphs>33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Office Theme</vt:lpstr>
      <vt:lpstr>PowerPoint Presentation</vt:lpstr>
      <vt:lpstr>Summarize refined game target</vt:lpstr>
      <vt:lpstr>Vertical slice scope</vt:lpstr>
      <vt:lpstr>Demonstrate docs are complete</vt:lpstr>
      <vt:lpstr>Schedule</vt:lpstr>
      <vt:lpstr>Ownership</vt:lpstr>
      <vt:lpstr>Risks</vt:lpstr>
      <vt:lpstr>PoC Demo</vt:lpstr>
      <vt:lpstr>Prototyping validation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Brandon Hutchison</dc:creator>
  <cp:lastModifiedBy>Brandon Hutchison</cp:lastModifiedBy>
  <cp:revision>2</cp:revision>
  <dcterms:created xsi:type="dcterms:W3CDTF">2025-11-24T21:00:31Z</dcterms:created>
  <dcterms:modified xsi:type="dcterms:W3CDTF">2025-11-24T21:42:26Z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0x010100EB9F34A24037AB4FA470085E68A4B53B</vt:lpwstr>
  </property>
</Properties>
</file>